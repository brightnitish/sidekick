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Tesla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Annual maintenance $600–$1,200 (Tesla) vs $700–$900 (Ford)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Cargo space 68 ft³ (Tesla) vs 30 ft³ (Ford)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Fast charge 180 mi/20 min (Tesla) vs 200 mi/45 min (Ford)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Deploy 80 vehicles (Tesla Model Y) and 20 vehicles (Ford Mustang Mach‑E) in the 100‑car sales fleet.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